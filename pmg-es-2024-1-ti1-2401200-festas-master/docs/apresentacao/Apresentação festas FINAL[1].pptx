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6" r:id="rId1"/>
  </p:sld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62" r:id="rId9"/>
    <p:sldId id="266" r:id="rId10"/>
    <p:sldId id="263" r:id="rId11"/>
    <p:sldId id="264" r:id="rId12"/>
    <p:sldId id="268" r:id="rId13"/>
    <p:sldId id="267" r:id="rId14"/>
    <p:sldId id="269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3F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6F0FFE-97B6-A112-FB26-83BEB4455848}" v="434" dt="2024-06-25T19:08:05.6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B950B3-C5D1-4216-9616-4EC564F67477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8FFE9891-185C-4AFE-9D31-0A59D616A2D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 b="1"/>
            <a:t>Necessidades:</a:t>
          </a:r>
          <a:endParaRPr lang="en-US"/>
        </a:p>
      </dgm:t>
    </dgm:pt>
    <dgm:pt modelId="{9EEE2736-B4AF-4A7F-B532-4A8E0CB1082B}" type="parTrans" cxnId="{24C66A07-48B0-4088-9032-30336D4A412B}">
      <dgm:prSet/>
      <dgm:spPr/>
      <dgm:t>
        <a:bodyPr/>
        <a:lstStyle/>
        <a:p>
          <a:endParaRPr lang="en-US"/>
        </a:p>
      </dgm:t>
    </dgm:pt>
    <dgm:pt modelId="{2457CC8D-BD3D-4B14-8130-CF28B4164DE4}" type="sibTrans" cxnId="{24C66A07-48B0-4088-9032-30336D4A412B}">
      <dgm:prSet/>
      <dgm:spPr/>
      <dgm:t>
        <a:bodyPr/>
        <a:lstStyle/>
        <a:p>
          <a:endParaRPr lang="en-US"/>
        </a:p>
      </dgm:t>
    </dgm:pt>
    <dgm:pt modelId="{C0A85AF6-402F-446A-8EDF-5518052EE977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Seguir a tendência atual do público e mandar um feedback</a:t>
          </a:r>
          <a:r>
            <a:rPr lang="pt-BR" dirty="0">
              <a:latin typeface="Calibri Light" panose="020F0302020204030204"/>
            </a:rPr>
            <a:t>.</a:t>
          </a:r>
          <a:endParaRPr lang="en-US" dirty="0"/>
        </a:p>
      </dgm:t>
    </dgm:pt>
    <dgm:pt modelId="{6A5C6C00-105D-44B3-8BFC-906650848B73}" type="parTrans" cxnId="{9351A359-6914-4054-801B-CC16719F02FA}">
      <dgm:prSet/>
      <dgm:spPr/>
      <dgm:t>
        <a:bodyPr/>
        <a:lstStyle/>
        <a:p>
          <a:endParaRPr lang="en-US"/>
        </a:p>
      </dgm:t>
    </dgm:pt>
    <dgm:pt modelId="{9900CBCF-F3D9-455E-8153-FC8EB48965FA}" type="sibTrans" cxnId="{9351A359-6914-4054-801B-CC16719F02FA}">
      <dgm:prSet/>
      <dgm:spPr/>
      <dgm:t>
        <a:bodyPr/>
        <a:lstStyle/>
        <a:p>
          <a:endParaRPr lang="en-US"/>
        </a:p>
      </dgm:t>
    </dgm:pt>
    <dgm:pt modelId="{9FABDA1C-B841-4D90-B1D3-E16F07D60EA4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Divulgação de festas e eventos pelo </a:t>
          </a:r>
          <a:r>
            <a:rPr lang="pt-BR" b="1" dirty="0">
              <a:latin typeface="Calibri Light" panose="020F0302020204030204"/>
            </a:rPr>
            <a:t>site.</a:t>
          </a:r>
        </a:p>
      </dgm:t>
    </dgm:pt>
    <dgm:pt modelId="{B6446475-28C9-4BA7-A594-9E3BD62A5239}" type="parTrans" cxnId="{17449742-A759-4588-B9F0-74CE9D565E01}">
      <dgm:prSet/>
      <dgm:spPr/>
      <dgm:t>
        <a:bodyPr/>
        <a:lstStyle/>
        <a:p>
          <a:endParaRPr lang="en-US"/>
        </a:p>
      </dgm:t>
    </dgm:pt>
    <dgm:pt modelId="{F659D4C9-5319-4868-A791-19D5A49CBCF2}" type="sibTrans" cxnId="{17449742-A759-4588-B9F0-74CE9D565E01}">
      <dgm:prSet/>
      <dgm:spPr/>
      <dgm:t>
        <a:bodyPr/>
        <a:lstStyle/>
        <a:p>
          <a:endParaRPr lang="en-US"/>
        </a:p>
      </dgm:t>
    </dgm:pt>
    <dgm:pt modelId="{987DCD2A-9383-401C-A97F-EA3EF15FC193}">
      <dgm:prSet phldr="0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 b="1">
              <a:latin typeface="Calibri Light" panose="020F0302020204030204"/>
            </a:rPr>
            <a:t>Funcionalidades</a:t>
          </a:r>
          <a:r>
            <a:rPr lang="pt-BR" b="1"/>
            <a:t> e </a:t>
          </a:r>
          <a:r>
            <a:rPr lang="pt-BR" b="0">
              <a:latin typeface="Calibri Light" panose="020F0302020204030204"/>
            </a:rPr>
            <a:t>qualidades:</a:t>
          </a:r>
          <a:endParaRPr lang="en-US" b="0">
            <a:latin typeface="Calibri Light" panose="020F0302020204030204"/>
          </a:endParaRPr>
        </a:p>
      </dgm:t>
    </dgm:pt>
    <dgm:pt modelId="{9ABFE44E-EB9A-4011-9B03-8E43DB43B167}" type="parTrans" cxnId="{27A6B44D-204C-4D1C-A976-7E75299D90FE}">
      <dgm:prSet/>
      <dgm:spPr/>
    </dgm:pt>
    <dgm:pt modelId="{C7649347-4F06-41D2-BBF7-CFDB27103499}" type="sibTrans" cxnId="{27A6B44D-204C-4D1C-A976-7E75299D90FE}">
      <dgm:prSet/>
      <dgm:spPr/>
    </dgm:pt>
    <dgm:pt modelId="{8B26F6D6-750C-4EFE-BA62-6DCDCE9DDB65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pt-BR" b="0" dirty="0">
              <a:latin typeface="Calibri Light" panose="020F0302020204030204"/>
            </a:rPr>
            <a:t>O</a:t>
          </a:r>
          <a:r>
            <a:rPr lang="pt-BR" dirty="0"/>
            <a:t> site deve apresentar notícias dinâmicas sobre eventos e festas com </a:t>
          </a:r>
          <a:r>
            <a:rPr lang="pt-BR" dirty="0">
              <a:latin typeface="Calibri Light" panose="020F0302020204030204"/>
            </a:rPr>
            <a:t>base no</a:t>
          </a:r>
          <a:r>
            <a:rPr lang="pt-BR" dirty="0"/>
            <a:t> interesse do </a:t>
          </a:r>
          <a:r>
            <a:rPr lang="pt-BR" dirty="0">
              <a:latin typeface="Calibri Light" panose="020F0302020204030204"/>
            </a:rPr>
            <a:t>usuário. </a:t>
          </a:r>
          <a:endParaRPr lang="en-US" dirty="0">
            <a:latin typeface="Calibri Light" panose="020F0302020204030204"/>
          </a:endParaRPr>
        </a:p>
      </dgm:t>
    </dgm:pt>
    <dgm:pt modelId="{54522537-2D46-4C08-8DDB-D03F45E72E70}" type="parTrans" cxnId="{08471FBD-FD0A-437F-B5AF-0AB7C2CCE12C}">
      <dgm:prSet/>
      <dgm:spPr/>
    </dgm:pt>
    <dgm:pt modelId="{61AEFCE0-22E9-49D2-B8B1-8D9A4B1AFA0A}" type="sibTrans" cxnId="{08471FBD-FD0A-437F-B5AF-0AB7C2CCE12C}">
      <dgm:prSet/>
      <dgm:spPr/>
    </dgm:pt>
    <dgm:pt modelId="{31A254D0-70B1-4CB5-8E8D-1AF282993630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pt-BR" dirty="0">
              <a:latin typeface="Calibri Light" panose="020F0302020204030204"/>
            </a:rPr>
            <a:t>O</a:t>
          </a:r>
          <a:r>
            <a:rPr lang="pt-BR" dirty="0"/>
            <a:t> site deve ser publicado em um ambiente acessível na internet</a:t>
          </a:r>
          <a:r>
            <a:rPr lang="pt-BR" dirty="0">
              <a:latin typeface="Calibri Light" panose="020F0302020204030204"/>
            </a:rPr>
            <a:t>.</a:t>
          </a:r>
          <a:endParaRPr lang="en-US" dirty="0"/>
        </a:p>
      </dgm:t>
    </dgm:pt>
    <dgm:pt modelId="{B96C601E-193F-4D1B-B4B4-7348AEC231A5}" type="parTrans" cxnId="{EE8841DD-C891-4513-B1F3-81E66B9DB41C}">
      <dgm:prSet/>
      <dgm:spPr/>
    </dgm:pt>
    <dgm:pt modelId="{2A9D1C70-AE60-43FD-9969-910F078DD8C3}" type="sibTrans" cxnId="{EE8841DD-C891-4513-B1F3-81E66B9DB41C}">
      <dgm:prSet/>
      <dgm:spPr/>
    </dgm:pt>
    <dgm:pt modelId="{5C70A0D4-364E-4B3B-99E4-014786CA001F}" type="pres">
      <dgm:prSet presAssocID="{54B950B3-C5D1-4216-9616-4EC564F67477}" presName="root" presStyleCnt="0">
        <dgm:presLayoutVars>
          <dgm:dir/>
          <dgm:resizeHandles val="exact"/>
        </dgm:presLayoutVars>
      </dgm:prSet>
      <dgm:spPr/>
    </dgm:pt>
    <dgm:pt modelId="{D5AA599F-5592-42A8-A289-C73D91EC306C}" type="pres">
      <dgm:prSet presAssocID="{8FFE9891-185C-4AFE-9D31-0A59D616A2DE}" presName="compNode" presStyleCnt="0"/>
      <dgm:spPr/>
    </dgm:pt>
    <dgm:pt modelId="{0450783B-250E-4AB8-A37C-C58DD81BDB54}" type="pres">
      <dgm:prSet presAssocID="{8FFE9891-185C-4AFE-9D31-0A59D616A2D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ED9885B2-079C-4DE3-BBAB-8BBBB1166F48}" type="pres">
      <dgm:prSet presAssocID="{8FFE9891-185C-4AFE-9D31-0A59D616A2DE}" presName="iconSpace" presStyleCnt="0"/>
      <dgm:spPr/>
    </dgm:pt>
    <dgm:pt modelId="{BEF0711C-AF78-4E19-BF50-2FD63F1A06E7}" type="pres">
      <dgm:prSet presAssocID="{8FFE9891-185C-4AFE-9D31-0A59D616A2DE}" presName="parTx" presStyleLbl="revTx" presStyleIdx="0" presStyleCnt="4">
        <dgm:presLayoutVars>
          <dgm:chMax val="0"/>
          <dgm:chPref val="0"/>
        </dgm:presLayoutVars>
      </dgm:prSet>
      <dgm:spPr/>
    </dgm:pt>
    <dgm:pt modelId="{A9A61334-8C16-429D-B205-9868F39538FB}" type="pres">
      <dgm:prSet presAssocID="{8FFE9891-185C-4AFE-9D31-0A59D616A2DE}" presName="txSpace" presStyleCnt="0"/>
      <dgm:spPr/>
    </dgm:pt>
    <dgm:pt modelId="{1F580274-2237-4FC3-B960-AFB416E2F1FC}" type="pres">
      <dgm:prSet presAssocID="{8FFE9891-185C-4AFE-9D31-0A59D616A2DE}" presName="desTx" presStyleLbl="revTx" presStyleIdx="1" presStyleCnt="4">
        <dgm:presLayoutVars/>
      </dgm:prSet>
      <dgm:spPr/>
    </dgm:pt>
    <dgm:pt modelId="{44EFD667-F15A-4338-A9F6-FF99FD96D307}" type="pres">
      <dgm:prSet presAssocID="{2457CC8D-BD3D-4B14-8130-CF28B4164DE4}" presName="sibTrans" presStyleCnt="0"/>
      <dgm:spPr/>
    </dgm:pt>
    <dgm:pt modelId="{D7C621C4-1CE7-41F9-8AD2-B0B6D2948465}" type="pres">
      <dgm:prSet presAssocID="{987DCD2A-9383-401C-A97F-EA3EF15FC193}" presName="compNode" presStyleCnt="0"/>
      <dgm:spPr/>
    </dgm:pt>
    <dgm:pt modelId="{BCF4E390-1ABB-4CFB-8837-900E2BACB753}" type="pres">
      <dgm:prSet presAssocID="{987DCD2A-9383-401C-A97F-EA3EF15FC19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3542E67-DDB4-4545-B7C3-7C61F3D4D4FC}" type="pres">
      <dgm:prSet presAssocID="{987DCD2A-9383-401C-A97F-EA3EF15FC193}" presName="iconSpace" presStyleCnt="0"/>
      <dgm:spPr/>
    </dgm:pt>
    <dgm:pt modelId="{81482596-DA93-4F8C-847E-05C617F1DAAA}" type="pres">
      <dgm:prSet presAssocID="{987DCD2A-9383-401C-A97F-EA3EF15FC193}" presName="parTx" presStyleLbl="revTx" presStyleIdx="2" presStyleCnt="4">
        <dgm:presLayoutVars>
          <dgm:chMax val="0"/>
          <dgm:chPref val="0"/>
        </dgm:presLayoutVars>
      </dgm:prSet>
      <dgm:spPr/>
    </dgm:pt>
    <dgm:pt modelId="{2B006E6C-2C31-41A3-9074-56C1996B1796}" type="pres">
      <dgm:prSet presAssocID="{987DCD2A-9383-401C-A97F-EA3EF15FC193}" presName="txSpace" presStyleCnt="0"/>
      <dgm:spPr/>
    </dgm:pt>
    <dgm:pt modelId="{D41CCB1C-81CA-4AC8-A6A9-5CFBF0855267}" type="pres">
      <dgm:prSet presAssocID="{987DCD2A-9383-401C-A97F-EA3EF15FC193}" presName="desTx" presStyleLbl="revTx" presStyleIdx="3" presStyleCnt="4">
        <dgm:presLayoutVars/>
      </dgm:prSet>
      <dgm:spPr/>
    </dgm:pt>
  </dgm:ptLst>
  <dgm:cxnLst>
    <dgm:cxn modelId="{24C66A07-48B0-4088-9032-30336D4A412B}" srcId="{54B950B3-C5D1-4216-9616-4EC564F67477}" destId="{8FFE9891-185C-4AFE-9D31-0A59D616A2DE}" srcOrd="0" destOrd="0" parTransId="{9EEE2736-B4AF-4A7F-B532-4A8E0CB1082B}" sibTransId="{2457CC8D-BD3D-4B14-8130-CF28B4164DE4}"/>
    <dgm:cxn modelId="{D70CA935-3483-4F48-8A96-AB035CD67849}" type="presOf" srcId="{8B26F6D6-750C-4EFE-BA62-6DCDCE9DDB65}" destId="{D41CCB1C-81CA-4AC8-A6A9-5CFBF0855267}" srcOrd="0" destOrd="0" presId="urn:microsoft.com/office/officeart/2018/2/layout/IconLabelDescriptionList"/>
    <dgm:cxn modelId="{0BA95662-293D-4BDC-95CE-787FEC437471}" type="presOf" srcId="{9FABDA1C-B841-4D90-B1D3-E16F07D60EA4}" destId="{1F580274-2237-4FC3-B960-AFB416E2F1FC}" srcOrd="0" destOrd="1" presId="urn:microsoft.com/office/officeart/2018/2/layout/IconLabelDescriptionList"/>
    <dgm:cxn modelId="{17449742-A759-4588-B9F0-74CE9D565E01}" srcId="{8FFE9891-185C-4AFE-9D31-0A59D616A2DE}" destId="{9FABDA1C-B841-4D90-B1D3-E16F07D60EA4}" srcOrd="1" destOrd="0" parTransId="{B6446475-28C9-4BA7-A594-9E3BD62A5239}" sibTransId="{F659D4C9-5319-4868-A791-19D5A49CBCF2}"/>
    <dgm:cxn modelId="{27A6B44D-204C-4D1C-A976-7E75299D90FE}" srcId="{54B950B3-C5D1-4216-9616-4EC564F67477}" destId="{987DCD2A-9383-401C-A97F-EA3EF15FC193}" srcOrd="1" destOrd="0" parTransId="{9ABFE44E-EB9A-4011-9B03-8E43DB43B167}" sibTransId="{C7649347-4F06-41D2-BBF7-CFDB27103499}"/>
    <dgm:cxn modelId="{495B3D6E-324B-48C4-9511-DEAC10335820}" type="presOf" srcId="{C0A85AF6-402F-446A-8EDF-5518052EE977}" destId="{1F580274-2237-4FC3-B960-AFB416E2F1FC}" srcOrd="0" destOrd="0" presId="urn:microsoft.com/office/officeart/2018/2/layout/IconLabelDescriptionList"/>
    <dgm:cxn modelId="{9E00B872-C470-4359-9276-5D9364045338}" type="presOf" srcId="{54B950B3-C5D1-4216-9616-4EC564F67477}" destId="{5C70A0D4-364E-4B3B-99E4-014786CA001F}" srcOrd="0" destOrd="0" presId="urn:microsoft.com/office/officeart/2018/2/layout/IconLabelDescriptionList"/>
    <dgm:cxn modelId="{9351A359-6914-4054-801B-CC16719F02FA}" srcId="{8FFE9891-185C-4AFE-9D31-0A59D616A2DE}" destId="{C0A85AF6-402F-446A-8EDF-5518052EE977}" srcOrd="0" destOrd="0" parTransId="{6A5C6C00-105D-44B3-8BFC-906650848B73}" sibTransId="{9900CBCF-F3D9-455E-8153-FC8EB48965FA}"/>
    <dgm:cxn modelId="{D8A5147A-4253-4995-8801-CA55F5548CED}" type="presOf" srcId="{31A254D0-70B1-4CB5-8E8D-1AF282993630}" destId="{D41CCB1C-81CA-4AC8-A6A9-5CFBF0855267}" srcOrd="0" destOrd="1" presId="urn:microsoft.com/office/officeart/2018/2/layout/IconLabelDescriptionList"/>
    <dgm:cxn modelId="{08471FBD-FD0A-437F-B5AF-0AB7C2CCE12C}" srcId="{987DCD2A-9383-401C-A97F-EA3EF15FC193}" destId="{8B26F6D6-750C-4EFE-BA62-6DCDCE9DDB65}" srcOrd="0" destOrd="0" parTransId="{54522537-2D46-4C08-8DDB-D03F45E72E70}" sibTransId="{61AEFCE0-22E9-49D2-B8B1-8D9A4B1AFA0A}"/>
    <dgm:cxn modelId="{C28BCCC9-F878-4F79-970A-E14BEC6FE2D8}" type="presOf" srcId="{987DCD2A-9383-401C-A97F-EA3EF15FC193}" destId="{81482596-DA93-4F8C-847E-05C617F1DAAA}" srcOrd="0" destOrd="0" presId="urn:microsoft.com/office/officeart/2018/2/layout/IconLabelDescriptionList"/>
    <dgm:cxn modelId="{EE8841DD-C891-4513-B1F3-81E66B9DB41C}" srcId="{987DCD2A-9383-401C-A97F-EA3EF15FC193}" destId="{31A254D0-70B1-4CB5-8E8D-1AF282993630}" srcOrd="1" destOrd="0" parTransId="{B96C601E-193F-4D1B-B4B4-7348AEC231A5}" sibTransId="{2A9D1C70-AE60-43FD-9969-910F078DD8C3}"/>
    <dgm:cxn modelId="{5EEDD5F0-C9CD-422E-AD99-927EA9B377D4}" type="presOf" srcId="{8FFE9891-185C-4AFE-9D31-0A59D616A2DE}" destId="{BEF0711C-AF78-4E19-BF50-2FD63F1A06E7}" srcOrd="0" destOrd="0" presId="urn:microsoft.com/office/officeart/2018/2/layout/IconLabelDescriptionList"/>
    <dgm:cxn modelId="{B3203D7D-45D7-4F36-AD92-02C3986090C4}" type="presParOf" srcId="{5C70A0D4-364E-4B3B-99E4-014786CA001F}" destId="{D5AA599F-5592-42A8-A289-C73D91EC306C}" srcOrd="0" destOrd="0" presId="urn:microsoft.com/office/officeart/2018/2/layout/IconLabelDescriptionList"/>
    <dgm:cxn modelId="{AAED8473-20F7-4F6D-A37F-23331FC9C9BD}" type="presParOf" srcId="{D5AA599F-5592-42A8-A289-C73D91EC306C}" destId="{0450783B-250E-4AB8-A37C-C58DD81BDB54}" srcOrd="0" destOrd="0" presId="urn:microsoft.com/office/officeart/2018/2/layout/IconLabelDescriptionList"/>
    <dgm:cxn modelId="{37D52E88-357B-41FD-BC3B-825B3C99491E}" type="presParOf" srcId="{D5AA599F-5592-42A8-A289-C73D91EC306C}" destId="{ED9885B2-079C-4DE3-BBAB-8BBBB1166F48}" srcOrd="1" destOrd="0" presId="urn:microsoft.com/office/officeart/2018/2/layout/IconLabelDescriptionList"/>
    <dgm:cxn modelId="{95C6B15C-E252-463D-8B3D-E0A2F6A6C2A5}" type="presParOf" srcId="{D5AA599F-5592-42A8-A289-C73D91EC306C}" destId="{BEF0711C-AF78-4E19-BF50-2FD63F1A06E7}" srcOrd="2" destOrd="0" presId="urn:microsoft.com/office/officeart/2018/2/layout/IconLabelDescriptionList"/>
    <dgm:cxn modelId="{609589E0-BC9D-4570-8FE7-58BFDF09B332}" type="presParOf" srcId="{D5AA599F-5592-42A8-A289-C73D91EC306C}" destId="{A9A61334-8C16-429D-B205-9868F39538FB}" srcOrd="3" destOrd="0" presId="urn:microsoft.com/office/officeart/2018/2/layout/IconLabelDescriptionList"/>
    <dgm:cxn modelId="{DCE526A4-BE91-4EC5-A4D9-D7C7827CEDF3}" type="presParOf" srcId="{D5AA599F-5592-42A8-A289-C73D91EC306C}" destId="{1F580274-2237-4FC3-B960-AFB416E2F1FC}" srcOrd="4" destOrd="0" presId="urn:microsoft.com/office/officeart/2018/2/layout/IconLabelDescriptionList"/>
    <dgm:cxn modelId="{C98A0AA1-0D99-448F-A610-2C38E80AAE92}" type="presParOf" srcId="{5C70A0D4-364E-4B3B-99E4-014786CA001F}" destId="{44EFD667-F15A-4338-A9F6-FF99FD96D307}" srcOrd="1" destOrd="0" presId="urn:microsoft.com/office/officeart/2018/2/layout/IconLabelDescriptionList"/>
    <dgm:cxn modelId="{5FE9DADD-08EC-4FE9-9D75-9FC0B26F1A08}" type="presParOf" srcId="{5C70A0D4-364E-4B3B-99E4-014786CA001F}" destId="{D7C621C4-1CE7-41F9-8AD2-B0B6D2948465}" srcOrd="2" destOrd="0" presId="urn:microsoft.com/office/officeart/2018/2/layout/IconLabelDescriptionList"/>
    <dgm:cxn modelId="{7D357DB1-B185-49E3-9921-13B8CF8407A1}" type="presParOf" srcId="{D7C621C4-1CE7-41F9-8AD2-B0B6D2948465}" destId="{BCF4E390-1ABB-4CFB-8837-900E2BACB753}" srcOrd="0" destOrd="0" presId="urn:microsoft.com/office/officeart/2018/2/layout/IconLabelDescriptionList"/>
    <dgm:cxn modelId="{815702F1-3094-4181-B777-5E4E1973F953}" type="presParOf" srcId="{D7C621C4-1CE7-41F9-8AD2-B0B6D2948465}" destId="{23542E67-DDB4-4545-B7C3-7C61F3D4D4FC}" srcOrd="1" destOrd="0" presId="urn:microsoft.com/office/officeart/2018/2/layout/IconLabelDescriptionList"/>
    <dgm:cxn modelId="{A24E21B9-FA94-446A-B5FC-B608B0E1223B}" type="presParOf" srcId="{D7C621C4-1CE7-41F9-8AD2-B0B6D2948465}" destId="{81482596-DA93-4F8C-847E-05C617F1DAAA}" srcOrd="2" destOrd="0" presId="urn:microsoft.com/office/officeart/2018/2/layout/IconLabelDescriptionList"/>
    <dgm:cxn modelId="{B8D84487-D5C7-47CE-8C8B-CDA9B1647489}" type="presParOf" srcId="{D7C621C4-1CE7-41F9-8AD2-B0B6D2948465}" destId="{2B006E6C-2C31-41A3-9074-56C1996B1796}" srcOrd="3" destOrd="0" presId="urn:microsoft.com/office/officeart/2018/2/layout/IconLabelDescriptionList"/>
    <dgm:cxn modelId="{BD9CA412-57CB-455A-A7C3-3DBE45E8A2A0}" type="presParOf" srcId="{D7C621C4-1CE7-41F9-8AD2-B0B6D2948465}" destId="{D41CCB1C-81CA-4AC8-A6A9-5CFBF0855267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50783B-250E-4AB8-A37C-C58DD81BDB54}">
      <dsp:nvSpPr>
        <dsp:cNvPr id="0" name=""/>
        <dsp:cNvSpPr/>
      </dsp:nvSpPr>
      <dsp:spPr>
        <a:xfrm>
          <a:off x="683450" y="21181"/>
          <a:ext cx="1510523" cy="14935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F0711C-AF78-4E19-BF50-2FD63F1A06E7}">
      <dsp:nvSpPr>
        <dsp:cNvPr id="0" name=""/>
        <dsp:cNvSpPr/>
      </dsp:nvSpPr>
      <dsp:spPr>
        <a:xfrm>
          <a:off x="683450" y="1674838"/>
          <a:ext cx="4315781" cy="640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2800" b="1" kern="1200"/>
            <a:t>Necessidades:</a:t>
          </a:r>
          <a:endParaRPr lang="en-US" sz="2800" kern="1200"/>
        </a:p>
      </dsp:txBody>
      <dsp:txXfrm>
        <a:off x="683450" y="1674838"/>
        <a:ext cx="4315781" cy="640085"/>
      </dsp:txXfrm>
    </dsp:sp>
    <dsp:sp modelId="{1F580274-2237-4FC3-B960-AFB416E2F1FC}">
      <dsp:nvSpPr>
        <dsp:cNvPr id="0" name=""/>
        <dsp:cNvSpPr/>
      </dsp:nvSpPr>
      <dsp:spPr>
        <a:xfrm>
          <a:off x="683450" y="2389400"/>
          <a:ext cx="4315781" cy="13556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Seguir a tendência atual do público e mandar um feedback</a:t>
          </a:r>
          <a:r>
            <a:rPr lang="pt-BR" sz="1700" kern="1200" dirty="0">
              <a:latin typeface="Calibri Light" panose="020F0302020204030204"/>
            </a:rPr>
            <a:t>.</a:t>
          </a:r>
          <a:endParaRPr lang="en-US" sz="1700" kern="1200" dirty="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Divulgação de festas e eventos pelo </a:t>
          </a:r>
          <a:r>
            <a:rPr lang="pt-BR" sz="1700" b="1" kern="1200" dirty="0">
              <a:latin typeface="Calibri Light" panose="020F0302020204030204"/>
            </a:rPr>
            <a:t>site.</a:t>
          </a:r>
        </a:p>
      </dsp:txBody>
      <dsp:txXfrm>
        <a:off x="683450" y="2389400"/>
        <a:ext cx="4315781" cy="1355603"/>
      </dsp:txXfrm>
    </dsp:sp>
    <dsp:sp modelId="{BCF4E390-1ABB-4CFB-8837-900E2BACB753}">
      <dsp:nvSpPr>
        <dsp:cNvPr id="0" name=""/>
        <dsp:cNvSpPr/>
      </dsp:nvSpPr>
      <dsp:spPr>
        <a:xfrm>
          <a:off x="5754493" y="21181"/>
          <a:ext cx="1510523" cy="14935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482596-DA93-4F8C-847E-05C617F1DAAA}">
      <dsp:nvSpPr>
        <dsp:cNvPr id="0" name=""/>
        <dsp:cNvSpPr/>
      </dsp:nvSpPr>
      <dsp:spPr>
        <a:xfrm>
          <a:off x="5754493" y="1674838"/>
          <a:ext cx="4315781" cy="6400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2800" b="1" kern="1200">
              <a:latin typeface="Calibri Light" panose="020F0302020204030204"/>
            </a:rPr>
            <a:t>Funcionalidades</a:t>
          </a:r>
          <a:r>
            <a:rPr lang="pt-BR" sz="2800" b="1" kern="1200"/>
            <a:t> e </a:t>
          </a:r>
          <a:r>
            <a:rPr lang="pt-BR" sz="2800" b="0" kern="1200">
              <a:latin typeface="Calibri Light" panose="020F0302020204030204"/>
            </a:rPr>
            <a:t>qualidades:</a:t>
          </a:r>
          <a:endParaRPr lang="en-US" sz="2800" b="0" kern="1200">
            <a:latin typeface="Calibri Light" panose="020F0302020204030204"/>
          </a:endParaRPr>
        </a:p>
      </dsp:txBody>
      <dsp:txXfrm>
        <a:off x="5754493" y="1674838"/>
        <a:ext cx="4315781" cy="640085"/>
      </dsp:txXfrm>
    </dsp:sp>
    <dsp:sp modelId="{D41CCB1C-81CA-4AC8-A6A9-5CFBF0855267}">
      <dsp:nvSpPr>
        <dsp:cNvPr id="0" name=""/>
        <dsp:cNvSpPr/>
      </dsp:nvSpPr>
      <dsp:spPr>
        <a:xfrm>
          <a:off x="5754493" y="2389400"/>
          <a:ext cx="4315781" cy="13556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b="0" kern="1200" dirty="0">
              <a:latin typeface="Calibri Light" panose="020F0302020204030204"/>
            </a:rPr>
            <a:t>O</a:t>
          </a:r>
          <a:r>
            <a:rPr lang="pt-BR" sz="1700" kern="1200" dirty="0"/>
            <a:t> site deve apresentar notícias dinâmicas sobre eventos e festas com </a:t>
          </a:r>
          <a:r>
            <a:rPr lang="pt-BR" sz="1700" kern="1200" dirty="0">
              <a:latin typeface="Calibri Light" panose="020F0302020204030204"/>
            </a:rPr>
            <a:t>base no</a:t>
          </a:r>
          <a:r>
            <a:rPr lang="pt-BR" sz="1700" kern="1200" dirty="0"/>
            <a:t> interesse do </a:t>
          </a:r>
          <a:r>
            <a:rPr lang="pt-BR" sz="1700" kern="1200" dirty="0">
              <a:latin typeface="Calibri Light" panose="020F0302020204030204"/>
            </a:rPr>
            <a:t>usuário. </a:t>
          </a:r>
          <a:endParaRPr lang="en-US" sz="1700" kern="1200" dirty="0">
            <a:latin typeface="Calibri Light" panose="020F0302020204030204"/>
          </a:endParaRP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>
              <a:latin typeface="Calibri Light" panose="020F0302020204030204"/>
            </a:rPr>
            <a:t>O</a:t>
          </a:r>
          <a:r>
            <a:rPr lang="pt-BR" sz="1700" kern="1200" dirty="0"/>
            <a:t> site deve ser publicado em um ambiente acessível na internet</a:t>
          </a:r>
          <a:r>
            <a:rPr lang="pt-BR" sz="1700" kern="1200" dirty="0">
              <a:latin typeface="Calibri Light" panose="020F0302020204030204"/>
            </a:rPr>
            <a:t>.</a:t>
          </a:r>
          <a:endParaRPr lang="en-US" sz="1700" kern="1200" dirty="0"/>
        </a:p>
      </dsp:txBody>
      <dsp:txXfrm>
        <a:off x="5754493" y="2389400"/>
        <a:ext cx="4315781" cy="13556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6/25/2024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318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FigureOut">
              <a:rPr lang="en-US" dirty="0"/>
              <a:t>6/25/2024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988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6/25/2024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702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FigureOut">
              <a:rPr lang="en-US" dirty="0"/>
              <a:t>6/25/2024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241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FigureOut">
              <a:rPr lang="en-US" dirty="0"/>
              <a:t>6/25/2024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758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FigureOut">
              <a:rPr lang="en-US" dirty="0"/>
              <a:t>6/25/2024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67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FigureOut">
              <a:rPr lang="en-US" dirty="0"/>
              <a:t>6/25/2024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771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FigureOut">
              <a:rPr lang="en-US" dirty="0"/>
              <a:t>6/25/2024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186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6/25/2024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4050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FigureOut">
              <a:rPr lang="en-US" dirty="0"/>
              <a:t>6/25/2024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418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FigureOut">
              <a:rPr lang="en-US" dirty="0"/>
              <a:t>6/25/2024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636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6/25/2024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50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E437638-E86C-41B1-BC86-6F186CB35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287" y="0"/>
            <a:ext cx="12202287" cy="6858000"/>
          </a:xfrm>
          <a:prstGeom prst="rect">
            <a:avLst/>
          </a:prstGeom>
          <a:solidFill>
            <a:srgbClr val="243F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087738" y="770467"/>
            <a:ext cx="6298065" cy="3352800"/>
          </a:xfrm>
        </p:spPr>
        <p:txBody>
          <a:bodyPr>
            <a:normAutofit/>
          </a:bodyPr>
          <a:lstStyle/>
          <a:p>
            <a:r>
              <a:rPr lang="de-DE" err="1"/>
              <a:t>PartyClub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168264" y="4206876"/>
            <a:ext cx="5437067" cy="16459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de-DE">
                <a:solidFill>
                  <a:srgbClr val="FFFFFF"/>
                </a:solidFill>
              </a:rPr>
              <a:t>Seu site de festas</a:t>
            </a:r>
          </a:p>
        </p:txBody>
      </p:sp>
      <p:pic>
        <p:nvPicPr>
          <p:cNvPr id="5" name="Imagem 4" descr="Forma, Logotipo&#10;&#10;Descrição gerada automaticamente">
            <a:extLst>
              <a:ext uri="{FF2B5EF4-FFF2-40B4-BE49-F238E27FC236}">
                <a16:creationId xmlns:a16="http://schemas.microsoft.com/office/drawing/2014/main" id="{211871C0-00AF-C56D-4985-E76BFF5F7E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35" r="7279"/>
          <a:stretch/>
        </p:blipFill>
        <p:spPr>
          <a:xfrm>
            <a:off x="-10288" y="10"/>
            <a:ext cx="4628007" cy="6864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8665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no entre la multitud">
            <a:extLst>
              <a:ext uri="{FF2B5EF4-FFF2-40B4-BE49-F238E27FC236}">
                <a16:creationId xmlns:a16="http://schemas.microsoft.com/office/drawing/2014/main" id="{C01105BD-C0EC-5815-BE46-91F97C3ACB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8133" b="16867"/>
          <a:stretch/>
        </p:blipFill>
        <p:spPr>
          <a:xfrm>
            <a:off x="-688" y="-4"/>
            <a:ext cx="12192687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231DFB0-5011-63E6-7DB2-27FDFDE60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Participantes: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ADA36B2-4914-CFF0-937C-C673408A1D65}"/>
              </a:ext>
            </a:extLst>
          </p:cNvPr>
          <p:cNvSpPr txBox="1"/>
          <p:nvPr/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85750" indent="-285750">
              <a:lnSpc>
                <a:spcPct val="85000"/>
              </a:lnSpc>
              <a:spcAft>
                <a:spcPts val="600"/>
              </a:spcAft>
              <a:buFont typeface="Arial" pitchFamily="34" charset="0"/>
              <a:buChar char=" "/>
            </a:pPr>
            <a:r>
              <a:rPr lang="en-US"/>
              <a:t>Breno Lucas</a:t>
            </a:r>
          </a:p>
          <a:p>
            <a:pPr marL="285750" indent="-285750">
              <a:lnSpc>
                <a:spcPct val="85000"/>
              </a:lnSpc>
              <a:spcAft>
                <a:spcPts val="600"/>
              </a:spcAft>
              <a:buFont typeface="Arial" pitchFamily="34" charset="0"/>
              <a:buChar char=" "/>
            </a:pPr>
            <a:r>
              <a:rPr lang="en-US"/>
              <a:t>Guilherme Moreira</a:t>
            </a:r>
          </a:p>
          <a:p>
            <a:pPr marL="285750" indent="-285750">
              <a:lnSpc>
                <a:spcPct val="85000"/>
              </a:lnSpc>
              <a:spcAft>
                <a:spcPts val="600"/>
              </a:spcAft>
              <a:buFont typeface="Arial" pitchFamily="34" charset="0"/>
              <a:buChar char=" "/>
            </a:pPr>
            <a:r>
              <a:rPr lang="en-US"/>
              <a:t>Gustavo Azi</a:t>
            </a:r>
          </a:p>
          <a:p>
            <a:pPr marL="285750" indent="-285750">
              <a:lnSpc>
                <a:spcPct val="85000"/>
              </a:lnSpc>
              <a:spcAft>
                <a:spcPts val="600"/>
              </a:spcAft>
              <a:buFont typeface="Arial" pitchFamily="34" charset="0"/>
              <a:buChar char=" "/>
            </a:pPr>
            <a:r>
              <a:rPr lang="en-US"/>
              <a:t>Heitor Antunes</a:t>
            </a:r>
          </a:p>
          <a:p>
            <a:pPr marL="285750" indent="-285750">
              <a:lnSpc>
                <a:spcPct val="85000"/>
              </a:lnSpc>
              <a:spcAft>
                <a:spcPts val="600"/>
              </a:spcAft>
              <a:buFont typeface="Arial" pitchFamily="34" charset="0"/>
              <a:buChar char=" "/>
            </a:pPr>
            <a:r>
              <a:rPr lang="en-US"/>
              <a:t>Lucas Erick</a:t>
            </a:r>
          </a:p>
          <a:p>
            <a:pPr marL="285750" indent="-285750">
              <a:lnSpc>
                <a:spcPct val="85000"/>
              </a:lnSpc>
              <a:spcAft>
                <a:spcPts val="600"/>
              </a:spcAft>
              <a:buFont typeface="Arial" pitchFamily="34" charset="0"/>
              <a:buChar char=" "/>
            </a:pPr>
            <a:r>
              <a:rPr lang="en-US"/>
              <a:t>Wendy Luiza</a:t>
            </a:r>
          </a:p>
        </p:txBody>
      </p:sp>
    </p:spTree>
    <p:extLst>
      <p:ext uri="{BB962C8B-B14F-4D97-AF65-F5344CB8AC3E}">
        <p14:creationId xmlns:p14="http://schemas.microsoft.com/office/powerpoint/2010/main" val="29242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6EA1A26-163F-4F15-91F4-F2C51AC9C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rgbClr val="243F57"/>
          </a:solidFill>
          <a:ln>
            <a:solidFill>
              <a:srgbClr val="243F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C0CECA-2AF7-E7A6-2960-A2DAD5F1A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3212" y="499533"/>
            <a:ext cx="3401568" cy="19202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Problema:</a:t>
            </a:r>
          </a:p>
        </p:txBody>
      </p:sp>
      <p:pic>
        <p:nvPicPr>
          <p:cNvPr id="5" name="Picture 4" descr="Signos de interrogación en una fila y un signo de interrogación está iluminado">
            <a:extLst>
              <a:ext uri="{FF2B5EF4-FFF2-40B4-BE49-F238E27FC236}">
                <a16:creationId xmlns:a16="http://schemas.microsoft.com/office/drawing/2014/main" id="{84D660FE-A0E4-BFF8-BEC6-255BC85C46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6455" b="-1"/>
          <a:stretch/>
        </p:blipFill>
        <p:spPr>
          <a:xfrm>
            <a:off x="20" y="10"/>
            <a:ext cx="755597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269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3F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5">
            <a:extLst>
              <a:ext uri="{FF2B5EF4-FFF2-40B4-BE49-F238E27FC236}">
                <a16:creationId xmlns:a16="http://schemas.microsoft.com/office/drawing/2014/main" id="{8FD35B88-4629-12EF-7348-4977C09BC3BE}"/>
              </a:ext>
            </a:extLst>
          </p:cNvPr>
          <p:cNvSpPr txBox="1"/>
          <p:nvPr/>
        </p:nvSpPr>
        <p:spPr>
          <a:xfrm>
            <a:off x="621597" y="2419773"/>
            <a:ext cx="10953183" cy="335809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85000"/>
              </a:lnSpc>
              <a:spcAft>
                <a:spcPts val="600"/>
              </a:spcAft>
              <a:buFont typeface="Arial" pitchFamily="34" charset="0"/>
              <a:buChar char=" "/>
            </a:pPr>
            <a:endParaRPr lang="en-US" spc="50">
              <a:solidFill>
                <a:srgbClr val="FFFFFF"/>
              </a:solidFill>
            </a:endParaRPr>
          </a:p>
          <a:p>
            <a:pPr>
              <a:lnSpc>
                <a:spcPct val="85000"/>
              </a:lnSpc>
              <a:spcAft>
                <a:spcPts val="600"/>
              </a:spcAft>
              <a:buFont typeface="Arial" pitchFamily="34" charset="0"/>
              <a:buChar char=" "/>
            </a:pPr>
            <a:endParaRPr lang="en-US" spc="50">
              <a:solidFill>
                <a:srgbClr val="FFFFFF"/>
              </a:solidFill>
            </a:endParaRPr>
          </a:p>
          <a:p>
            <a:pPr>
              <a:lnSpc>
                <a:spcPct val="85000"/>
              </a:lnSpc>
              <a:spcAft>
                <a:spcPts val="600"/>
              </a:spcAft>
              <a:buFont typeface="Arial" pitchFamily="34" charset="0"/>
              <a:buChar char=" "/>
            </a:pPr>
            <a:endParaRPr lang="en-US" spc="50">
              <a:solidFill>
                <a:srgbClr val="FFFFFF"/>
              </a:solidFill>
            </a:endParaRPr>
          </a:p>
          <a:p>
            <a:pPr>
              <a:lnSpc>
                <a:spcPct val="85000"/>
              </a:lnSpc>
              <a:spcAft>
                <a:spcPts val="600"/>
              </a:spcAft>
              <a:buFont typeface="Arial" pitchFamily="34" charset="0"/>
              <a:buChar char=" "/>
            </a:pPr>
            <a:endParaRPr lang="en-US" spc="50">
              <a:solidFill>
                <a:srgbClr val="FFFFFF"/>
              </a:solidFill>
            </a:endParaRPr>
          </a:p>
          <a:p>
            <a:pPr>
              <a:lnSpc>
                <a:spcPct val="85000"/>
              </a:lnSpc>
              <a:spcAft>
                <a:spcPts val="600"/>
              </a:spcAft>
              <a:buFont typeface="Arial" pitchFamily="34" charset="0"/>
              <a:buChar char=" "/>
            </a:pPr>
            <a:r>
              <a:rPr lang="en-US" spc="50">
                <a:solidFill>
                  <a:srgbClr val="FFFFFF"/>
                </a:solidFill>
              </a:rPr>
              <a:t>Os usuários dependem atualmente de recomendações de amigos ou divulgações em redes sociais, como o Instagram, para encontrar eventos, o que limita suas opções e pode não atender plenamente seus interesses.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C0A0F4E6-4987-A651-3747-E20A2221B71C}"/>
              </a:ext>
            </a:extLst>
          </p:cNvPr>
          <p:cNvSpPr txBox="1">
            <a:spLocks/>
          </p:cNvSpPr>
          <p:nvPr/>
        </p:nvSpPr>
        <p:spPr>
          <a:xfrm>
            <a:off x="621597" y="499533"/>
            <a:ext cx="10953183" cy="19202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>
                <a:solidFill>
                  <a:srgbClr val="FFFFFF"/>
                </a:solidFill>
              </a:rPr>
              <a:t>Problema:</a:t>
            </a:r>
          </a:p>
        </p:txBody>
      </p:sp>
    </p:spTree>
    <p:extLst>
      <p:ext uri="{BB962C8B-B14F-4D97-AF65-F5344CB8AC3E}">
        <p14:creationId xmlns:p14="http://schemas.microsoft.com/office/powerpoint/2010/main" val="3293171533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9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rgbClr val="243F57"/>
          </a:solidFill>
          <a:ln>
            <a:solidFill>
              <a:srgbClr val="243F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592F67-260E-414D-60F8-54C88611E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3212" y="499533"/>
            <a:ext cx="3401568" cy="1920240"/>
          </a:xfrm>
        </p:spPr>
        <p:txBody>
          <a:bodyPr anchor="b">
            <a:normAutofit/>
          </a:bodyPr>
          <a:lstStyle/>
          <a:p>
            <a:r>
              <a:rPr lang="pt-BR" sz="4000">
                <a:solidFill>
                  <a:srgbClr val="FFFFFF"/>
                </a:solidFill>
              </a:rPr>
              <a:t>Justificativa:</a:t>
            </a:r>
          </a:p>
        </p:txBody>
      </p:sp>
      <p:pic>
        <p:nvPicPr>
          <p:cNvPr id="7" name="Graphic 6" descr="Magnifying glass">
            <a:extLst>
              <a:ext uri="{FF2B5EF4-FFF2-40B4-BE49-F238E27FC236}">
                <a16:creationId xmlns:a16="http://schemas.microsoft.com/office/drawing/2014/main" id="{1DD8FB76-2A62-0439-C34B-DA3A7ECA3A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9213" y="640080"/>
            <a:ext cx="5588101" cy="5588101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0B7FAE-D0D0-0C7D-4612-18AB12BFB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3212" y="2419773"/>
            <a:ext cx="3401568" cy="3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800">
                <a:solidFill>
                  <a:srgbClr val="FFFFFF"/>
                </a:solidFill>
                <a:ea typeface="+mn-lt"/>
                <a:cs typeface="+mn-lt"/>
              </a:rPr>
              <a:t>Com o aumento da digitalização e da busca por informações na internet, há uma oportunidade para oferecer uma solução que facilite a descoberta de eventos de forma mais eficiente e personalizada, além de fornecer uma experiência completa aos usuários.</a:t>
            </a:r>
            <a:endParaRPr lang="pt-BR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51936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3F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CD333CBE-B699-4E3B-9F45-C045F7734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3F57"/>
          </a:solidFill>
          <a:ln>
            <a:solidFill>
              <a:srgbClr val="243F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38" name="Picture 4" descr="Lâmpada em tela de fundo amarela com cabo e feixes de luz traçados">
            <a:extLst>
              <a:ext uri="{FF2B5EF4-FFF2-40B4-BE49-F238E27FC236}">
                <a16:creationId xmlns:a16="http://schemas.microsoft.com/office/drawing/2014/main" id="{AC8D62A6-8CDD-803E-4771-600F220EAEC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25000"/>
          </a:blip>
          <a:srcRect t="8537"/>
          <a:stretch/>
        </p:blipFill>
        <p:spPr>
          <a:xfrm>
            <a:off x="-688" y="-4"/>
            <a:ext cx="12192687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5BD1C2-C0B5-0591-AAB5-F37FEBB9C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8800" kern="1200" spc="-120" baseline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Proposta de Solução:</a:t>
            </a:r>
          </a:p>
        </p:txBody>
      </p:sp>
    </p:spTree>
    <p:extLst>
      <p:ext uri="{BB962C8B-B14F-4D97-AF65-F5344CB8AC3E}">
        <p14:creationId xmlns:p14="http://schemas.microsoft.com/office/powerpoint/2010/main" val="27406298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3F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esenhos em papel colorido">
            <a:extLst>
              <a:ext uri="{FF2B5EF4-FFF2-40B4-BE49-F238E27FC236}">
                <a16:creationId xmlns:a16="http://schemas.microsoft.com/office/drawing/2014/main" id="{9D4124CC-6017-FFD6-02F9-3CE8CE6D99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45000"/>
          </a:blip>
          <a:srcRect b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ln>
            <a:solidFill>
              <a:srgbClr val="243F57"/>
            </a:solidFill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0438E7A-A7EB-90AA-B5F5-895322BE8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br>
              <a:rPr lang="pt-BR">
                <a:solidFill>
                  <a:schemeClr val="tx1"/>
                </a:solidFill>
              </a:rPr>
            </a:br>
            <a:endParaRPr lang="pt-BR">
              <a:solidFill>
                <a:schemeClr val="tx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32006D-60FE-C5FE-E105-E02508165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011680"/>
            <a:ext cx="10753725" cy="376618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pt-BR">
                <a:solidFill>
                  <a:schemeClr val="tx1"/>
                </a:solidFill>
                <a:ea typeface="+mn-lt"/>
                <a:cs typeface="+mn-lt"/>
              </a:rPr>
              <a:t>Desenvolver uma plataforma que disponibilize os melhores eventos, permitindo aos usuários encontrar entretenimento para seus finais de semana de forma mais fácil e conveniente. A plataforma incluirá indicadores de avaliação dos usuários, fotos de eventos passados e outras informações relevantes para ajudar na escolha do evento ideal. Além disso, as buscas e recomendações serão aprimoradas por inteligência artificial para melhorar a experiência do usuário.</a:t>
            </a:r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5120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28999-D994-BAAC-8F82-08CE67026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315" y="540000"/>
            <a:ext cx="4554821" cy="2186096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Público-Alvo</a:t>
            </a:r>
          </a:p>
        </p:txBody>
      </p:sp>
      <p:pic>
        <p:nvPicPr>
          <p:cNvPr id="32" name="Picture 31" descr="Uma parede pintada com uma flecha e alvo">
            <a:extLst>
              <a:ext uri="{FF2B5EF4-FFF2-40B4-BE49-F238E27FC236}">
                <a16:creationId xmlns:a16="http://schemas.microsoft.com/office/drawing/2014/main" id="{F4D7C1A1-1969-0E6D-B152-C609E21DFD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810"/>
          <a:stretch/>
        </p:blipFill>
        <p:spPr>
          <a:xfrm>
            <a:off x="20" y="10"/>
            <a:ext cx="6444556" cy="685799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883891CE-B1BF-2288-C867-CEDA3732C74D}"/>
              </a:ext>
            </a:extLst>
          </p:cNvPr>
          <p:cNvSpPr txBox="1"/>
          <p:nvPr/>
        </p:nvSpPr>
        <p:spPr>
          <a:xfrm>
            <a:off x="6818313" y="2862454"/>
            <a:ext cx="4537073" cy="33616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en-US" spc="50" dirty="0">
                <a:solidFill>
                  <a:schemeClr val="tx1"/>
                </a:solidFill>
              </a:rPr>
              <a:t>O </a:t>
            </a:r>
            <a:r>
              <a:rPr lang="en-US" spc="50" err="1">
                <a:solidFill>
                  <a:schemeClr val="tx1"/>
                </a:solidFill>
              </a:rPr>
              <a:t>público-alvo</a:t>
            </a:r>
            <a:r>
              <a:rPr lang="en-US" spc="50" dirty="0">
                <a:solidFill>
                  <a:schemeClr val="tx1"/>
                </a:solidFill>
              </a:rPr>
              <a:t> </a:t>
            </a:r>
            <a:r>
              <a:rPr lang="en-US" spc="50" err="1">
                <a:solidFill>
                  <a:schemeClr val="tx1"/>
                </a:solidFill>
              </a:rPr>
              <a:t>são</a:t>
            </a:r>
            <a:r>
              <a:rPr lang="en-US" spc="50" dirty="0">
                <a:solidFill>
                  <a:schemeClr val="tx1"/>
                </a:solidFill>
              </a:rPr>
              <a:t> </a:t>
            </a:r>
            <a:r>
              <a:rPr lang="en-US" spc="50" err="1">
                <a:solidFill>
                  <a:schemeClr val="tx1"/>
                </a:solidFill>
              </a:rPr>
              <a:t>os</a:t>
            </a:r>
            <a:r>
              <a:rPr lang="en-US" spc="50" dirty="0">
                <a:solidFill>
                  <a:schemeClr val="tx1"/>
                </a:solidFill>
              </a:rPr>
              <a:t> </a:t>
            </a:r>
            <a:r>
              <a:rPr lang="en-US" spc="50" err="1">
                <a:solidFill>
                  <a:schemeClr val="tx1"/>
                </a:solidFill>
              </a:rPr>
              <a:t>usuários</a:t>
            </a:r>
            <a:r>
              <a:rPr lang="en-US" spc="50" dirty="0">
                <a:solidFill>
                  <a:schemeClr val="tx1"/>
                </a:solidFill>
              </a:rPr>
              <a:t> que </a:t>
            </a:r>
            <a:r>
              <a:rPr lang="en-US" spc="50" err="1">
                <a:solidFill>
                  <a:schemeClr val="tx1"/>
                </a:solidFill>
              </a:rPr>
              <a:t>buscam</a:t>
            </a:r>
            <a:r>
              <a:rPr lang="en-US" spc="50" dirty="0">
                <a:solidFill>
                  <a:schemeClr val="tx1"/>
                </a:solidFill>
              </a:rPr>
              <a:t> </a:t>
            </a:r>
            <a:r>
              <a:rPr lang="en-US" spc="50" err="1">
                <a:solidFill>
                  <a:schemeClr val="tx1"/>
                </a:solidFill>
              </a:rPr>
              <a:t>entretenimento</a:t>
            </a:r>
            <a:r>
              <a:rPr lang="en-US" spc="50" dirty="0">
                <a:solidFill>
                  <a:schemeClr val="tx1"/>
                </a:solidFill>
              </a:rPr>
              <a:t> e </a:t>
            </a:r>
            <a:r>
              <a:rPr lang="en-US" spc="50" err="1">
                <a:solidFill>
                  <a:schemeClr val="tx1"/>
                </a:solidFill>
              </a:rPr>
              <a:t>eventos</a:t>
            </a:r>
            <a:r>
              <a:rPr lang="en-US" spc="50" dirty="0">
                <a:solidFill>
                  <a:schemeClr val="tx1"/>
                </a:solidFill>
              </a:rPr>
              <a:t> para </a:t>
            </a:r>
            <a:r>
              <a:rPr lang="en-US" spc="50" err="1">
                <a:solidFill>
                  <a:schemeClr val="tx1"/>
                </a:solidFill>
              </a:rPr>
              <a:t>seus</a:t>
            </a:r>
            <a:r>
              <a:rPr lang="en-US" spc="50" dirty="0">
                <a:solidFill>
                  <a:schemeClr val="tx1"/>
                </a:solidFill>
              </a:rPr>
              <a:t> </a:t>
            </a:r>
            <a:r>
              <a:rPr lang="en-US" spc="50" err="1">
                <a:solidFill>
                  <a:schemeClr val="tx1"/>
                </a:solidFill>
              </a:rPr>
              <a:t>finais</a:t>
            </a:r>
            <a:r>
              <a:rPr lang="en-US" spc="50" dirty="0">
                <a:solidFill>
                  <a:schemeClr val="tx1"/>
                </a:solidFill>
              </a:rPr>
              <a:t> de </a:t>
            </a:r>
            <a:r>
              <a:rPr lang="en-US" spc="50" err="1">
                <a:solidFill>
                  <a:schemeClr val="tx1"/>
                </a:solidFill>
              </a:rPr>
              <a:t>semana</a:t>
            </a:r>
            <a:r>
              <a:rPr lang="en-US" spc="50" dirty="0">
                <a:solidFill>
                  <a:schemeClr val="tx1"/>
                </a:solidFill>
              </a:rPr>
              <a:t>, </a:t>
            </a:r>
            <a:r>
              <a:rPr lang="en-US" spc="50" err="1">
                <a:solidFill>
                  <a:schemeClr val="tx1"/>
                </a:solidFill>
              </a:rPr>
              <a:t>especialmente</a:t>
            </a:r>
            <a:r>
              <a:rPr lang="en-US" spc="50" dirty="0">
                <a:solidFill>
                  <a:schemeClr val="tx1"/>
                </a:solidFill>
              </a:rPr>
              <a:t> </a:t>
            </a:r>
            <a:r>
              <a:rPr lang="en-US" spc="50" err="1">
                <a:solidFill>
                  <a:schemeClr val="tx1"/>
                </a:solidFill>
              </a:rPr>
              <a:t>aqueles</a:t>
            </a:r>
            <a:r>
              <a:rPr lang="en-US" spc="50" dirty="0">
                <a:solidFill>
                  <a:schemeClr val="tx1"/>
                </a:solidFill>
              </a:rPr>
              <a:t> que </a:t>
            </a:r>
            <a:r>
              <a:rPr lang="en-US" spc="50" err="1">
                <a:solidFill>
                  <a:schemeClr val="tx1"/>
                </a:solidFill>
              </a:rPr>
              <a:t>utilizam</a:t>
            </a:r>
            <a:r>
              <a:rPr lang="en-US" spc="50" dirty="0">
                <a:solidFill>
                  <a:schemeClr val="tx1"/>
                </a:solidFill>
              </a:rPr>
              <a:t> a internet </a:t>
            </a:r>
            <a:r>
              <a:rPr lang="en-US" spc="50" err="1">
                <a:solidFill>
                  <a:schemeClr val="tx1"/>
                </a:solidFill>
              </a:rPr>
              <a:t>como</a:t>
            </a:r>
            <a:r>
              <a:rPr lang="en-US" spc="50" dirty="0">
                <a:solidFill>
                  <a:schemeClr val="tx1"/>
                </a:solidFill>
              </a:rPr>
              <a:t> </a:t>
            </a:r>
            <a:r>
              <a:rPr lang="en-US" spc="50" err="1">
                <a:solidFill>
                  <a:schemeClr val="tx1"/>
                </a:solidFill>
              </a:rPr>
              <a:t>fonte</a:t>
            </a:r>
            <a:r>
              <a:rPr lang="en-US" spc="50" dirty="0">
                <a:solidFill>
                  <a:schemeClr val="tx1"/>
                </a:solidFill>
              </a:rPr>
              <a:t> </a:t>
            </a:r>
            <a:r>
              <a:rPr lang="en-US" spc="50" err="1">
                <a:solidFill>
                  <a:schemeClr val="tx1"/>
                </a:solidFill>
              </a:rPr>
              <a:t>primária</a:t>
            </a:r>
            <a:r>
              <a:rPr lang="en-US" spc="50" dirty="0">
                <a:solidFill>
                  <a:schemeClr val="tx1"/>
                </a:solidFill>
              </a:rPr>
              <a:t> de </a:t>
            </a:r>
            <a:r>
              <a:rPr lang="en-US" spc="50" err="1">
                <a:solidFill>
                  <a:schemeClr val="tx1"/>
                </a:solidFill>
              </a:rPr>
              <a:t>informações</a:t>
            </a:r>
            <a:r>
              <a:rPr lang="en-US" spc="50" dirty="0">
                <a:solidFill>
                  <a:schemeClr val="tx1"/>
                </a:solidFill>
              </a:rPr>
              <a:t>. </a:t>
            </a:r>
            <a:r>
              <a:rPr lang="en-US" spc="50" err="1">
                <a:solidFill>
                  <a:schemeClr val="tx1"/>
                </a:solidFill>
              </a:rPr>
              <a:t>Também</a:t>
            </a:r>
            <a:r>
              <a:rPr lang="en-US" spc="50" dirty="0">
                <a:solidFill>
                  <a:schemeClr val="tx1"/>
                </a:solidFill>
              </a:rPr>
              <a:t> </a:t>
            </a:r>
            <a:r>
              <a:rPr lang="en-US" spc="50" err="1">
                <a:solidFill>
                  <a:schemeClr val="tx1"/>
                </a:solidFill>
              </a:rPr>
              <a:t>inclui</a:t>
            </a:r>
            <a:r>
              <a:rPr lang="en-US" spc="50" dirty="0">
                <a:solidFill>
                  <a:schemeClr val="tx1"/>
                </a:solidFill>
              </a:rPr>
              <a:t> </a:t>
            </a:r>
            <a:r>
              <a:rPr lang="en-US" spc="50" err="1">
                <a:solidFill>
                  <a:schemeClr val="tx1"/>
                </a:solidFill>
              </a:rPr>
              <a:t>produtores</a:t>
            </a:r>
            <a:r>
              <a:rPr lang="en-US" spc="50" dirty="0">
                <a:solidFill>
                  <a:schemeClr val="tx1"/>
                </a:solidFill>
              </a:rPr>
              <a:t> de </a:t>
            </a:r>
            <a:r>
              <a:rPr lang="en-US" spc="50" err="1">
                <a:solidFill>
                  <a:schemeClr val="tx1"/>
                </a:solidFill>
              </a:rPr>
              <a:t>eventos</a:t>
            </a:r>
            <a:r>
              <a:rPr lang="en-US" spc="50" dirty="0">
                <a:solidFill>
                  <a:schemeClr val="tx1"/>
                </a:solidFill>
              </a:rPr>
              <a:t> que </a:t>
            </a:r>
            <a:r>
              <a:rPr lang="en-US" spc="50" err="1">
                <a:solidFill>
                  <a:schemeClr val="tx1"/>
                </a:solidFill>
              </a:rPr>
              <a:t>desejam</a:t>
            </a:r>
            <a:r>
              <a:rPr lang="en-US" spc="50" dirty="0">
                <a:solidFill>
                  <a:schemeClr val="tx1"/>
                </a:solidFill>
              </a:rPr>
              <a:t> </a:t>
            </a:r>
            <a:r>
              <a:rPr lang="en-US" spc="50" err="1">
                <a:solidFill>
                  <a:schemeClr val="tx1"/>
                </a:solidFill>
              </a:rPr>
              <a:t>promover</a:t>
            </a:r>
            <a:r>
              <a:rPr lang="en-US" spc="50" dirty="0">
                <a:solidFill>
                  <a:schemeClr val="tx1"/>
                </a:solidFill>
              </a:rPr>
              <a:t> </a:t>
            </a:r>
            <a:r>
              <a:rPr lang="en-US" spc="50" err="1">
                <a:solidFill>
                  <a:schemeClr val="tx1"/>
                </a:solidFill>
              </a:rPr>
              <a:t>suas</a:t>
            </a:r>
            <a:r>
              <a:rPr lang="en-US" spc="50" dirty="0">
                <a:solidFill>
                  <a:schemeClr val="tx1"/>
                </a:solidFill>
              </a:rPr>
              <a:t> </a:t>
            </a:r>
            <a:r>
              <a:rPr lang="en-US" spc="50" err="1">
                <a:solidFill>
                  <a:schemeClr val="tx1"/>
                </a:solidFill>
              </a:rPr>
              <a:t>produções</a:t>
            </a:r>
            <a:r>
              <a:rPr lang="en-US" spc="50" dirty="0">
                <a:solidFill>
                  <a:schemeClr val="tx1"/>
                </a:solidFill>
              </a:rPr>
              <a:t> de forma </a:t>
            </a:r>
            <a:r>
              <a:rPr lang="en-US" spc="50" err="1">
                <a:solidFill>
                  <a:schemeClr val="tx1"/>
                </a:solidFill>
              </a:rPr>
              <a:t>mais</a:t>
            </a:r>
            <a:r>
              <a:rPr lang="en-US" spc="50" dirty="0">
                <a:solidFill>
                  <a:schemeClr val="tx1"/>
                </a:solidFill>
              </a:rPr>
              <a:t> </a:t>
            </a:r>
            <a:r>
              <a:rPr lang="en-US" spc="50" err="1">
                <a:solidFill>
                  <a:schemeClr val="tx1"/>
                </a:solidFill>
              </a:rPr>
              <a:t>eficaz</a:t>
            </a:r>
            <a:r>
              <a:rPr lang="en-US" spc="50" dirty="0">
                <a:solidFill>
                  <a:schemeClr val="tx1"/>
                </a:solidFill>
              </a:rPr>
              <a:t> e </a:t>
            </a:r>
            <a:r>
              <a:rPr lang="en-US" spc="50" err="1">
                <a:solidFill>
                  <a:schemeClr val="tx1"/>
                </a:solidFill>
              </a:rPr>
              <a:t>alcançar</a:t>
            </a:r>
            <a:r>
              <a:rPr lang="en-US" spc="50" dirty="0">
                <a:solidFill>
                  <a:schemeClr val="tx1"/>
                </a:solidFill>
              </a:rPr>
              <a:t> um </a:t>
            </a:r>
            <a:r>
              <a:rPr lang="en-US" spc="50" err="1">
                <a:solidFill>
                  <a:schemeClr val="tx1"/>
                </a:solidFill>
              </a:rPr>
              <a:t>público</a:t>
            </a:r>
            <a:r>
              <a:rPr lang="en-US" spc="50" dirty="0">
                <a:solidFill>
                  <a:schemeClr val="tx1"/>
                </a:solidFill>
              </a:rPr>
              <a:t> </a:t>
            </a:r>
            <a:r>
              <a:rPr lang="en-US" spc="50" err="1">
                <a:solidFill>
                  <a:schemeClr val="tx1"/>
                </a:solidFill>
              </a:rPr>
              <a:t>mais</a:t>
            </a:r>
            <a:r>
              <a:rPr lang="en-US" spc="50" dirty="0">
                <a:solidFill>
                  <a:schemeClr val="tx1"/>
                </a:solidFill>
              </a:rPr>
              <a:t> </a:t>
            </a:r>
            <a:r>
              <a:rPr lang="en-US" spc="50" err="1">
                <a:solidFill>
                  <a:schemeClr val="tx1"/>
                </a:solidFill>
              </a:rPr>
              <a:t>amplo</a:t>
            </a:r>
            <a:r>
              <a:rPr lang="en-US" spc="50" dirty="0">
                <a:solidFill>
                  <a:schemeClr val="tx1"/>
                </a:solidFill>
              </a:rPr>
              <a:t>.</a:t>
            </a:r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546762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A19784-29A5-346D-BCA4-1630ABB57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243F57"/>
                </a:solidFill>
                <a:ea typeface="+mj-lt"/>
                <a:cs typeface="+mj-lt"/>
              </a:rPr>
              <a:t>Requisitos funcionais e não funcionais:</a:t>
            </a:r>
            <a:endParaRPr lang="pt-BR" dirty="0">
              <a:solidFill>
                <a:srgbClr val="50B4C8"/>
              </a:solidFill>
              <a:ea typeface="Calibri Light" panose="020F0302020204030204"/>
              <a:cs typeface="Calibri Light" panose="020F0302020204030204"/>
            </a:endParaRPr>
          </a:p>
        </p:txBody>
      </p:sp>
      <p:graphicFrame>
        <p:nvGraphicFramePr>
          <p:cNvPr id="10" name="Espaço Reservado para Conteúdo 2">
            <a:extLst>
              <a:ext uri="{FF2B5EF4-FFF2-40B4-BE49-F238E27FC236}">
                <a16:creationId xmlns:a16="http://schemas.microsoft.com/office/drawing/2014/main" id="{2FCBFC07-39EE-8359-1F7B-6562A1627F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073645"/>
              </p:ext>
            </p:extLst>
          </p:nvPr>
        </p:nvGraphicFramePr>
        <p:xfrm>
          <a:off x="676656" y="2011680"/>
          <a:ext cx="10753725" cy="3766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666149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7CEFFDD-605F-41E2-8017-6484074C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rgbClr val="243F57"/>
          </a:solidFill>
          <a:ln>
            <a:solidFill>
              <a:srgbClr val="243F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2009928-ACB2-8EAD-B633-6BC1F3596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3212" y="499533"/>
            <a:ext cx="3401568" cy="1920240"/>
          </a:xfrm>
        </p:spPr>
        <p:txBody>
          <a:bodyPr anchor="b">
            <a:normAutofit/>
          </a:bodyPr>
          <a:lstStyle/>
          <a:p>
            <a:r>
              <a:rPr lang="pt-BR" sz="4000">
                <a:solidFill>
                  <a:srgbClr val="FFFFFF"/>
                </a:solidFill>
              </a:rPr>
              <a:t>Metodologia Kanban:</a:t>
            </a:r>
          </a:p>
        </p:txBody>
      </p:sp>
      <p:pic>
        <p:nvPicPr>
          <p:cNvPr id="7" name="Espaço Reservado para Conteúdo 6" descr="Uma imagem contendo Diagrama&#10;&#10;Descrição gerada automaticamente">
            <a:extLst>
              <a:ext uri="{FF2B5EF4-FFF2-40B4-BE49-F238E27FC236}">
                <a16:creationId xmlns:a16="http://schemas.microsoft.com/office/drawing/2014/main" id="{83B18041-DD17-EC64-FED6-4AA7EA2AE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99" y="1786017"/>
            <a:ext cx="6278529" cy="3296227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C189EF7-7BB6-E4C3-3A0C-D177ACBFA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3212" y="2419773"/>
            <a:ext cx="3401568" cy="3358092"/>
          </a:xfrm>
        </p:spPr>
        <p:txBody>
          <a:bodyPr>
            <a:normAutofit/>
          </a:bodyPr>
          <a:lstStyle/>
          <a:p>
            <a:endParaRPr 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914391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C8E3E93-2C21-416B-A10D-752B1C25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rgbClr val="243F57"/>
          </a:solidFill>
          <a:ln>
            <a:solidFill>
              <a:srgbClr val="243F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77A21E3-7362-C1E2-D26E-02024E7B1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4939" y="499533"/>
            <a:ext cx="3635067" cy="1920240"/>
          </a:xfrm>
        </p:spPr>
        <p:txBody>
          <a:bodyPr anchor="b">
            <a:normAutofit/>
          </a:bodyPr>
          <a:lstStyle/>
          <a:p>
            <a:r>
              <a:rPr lang="pt-BR" sz="4000">
                <a:solidFill>
                  <a:srgbClr val="FFFFFF"/>
                </a:solidFill>
              </a:rPr>
              <a:t>Templates:</a:t>
            </a:r>
          </a:p>
        </p:txBody>
      </p:sp>
      <p:pic>
        <p:nvPicPr>
          <p:cNvPr id="5" name="Imagem 4" descr="Interface gráfica do usuário, Site&#10;&#10;Descrição gerada automaticamente">
            <a:extLst>
              <a:ext uri="{FF2B5EF4-FFF2-40B4-BE49-F238E27FC236}">
                <a16:creationId xmlns:a16="http://schemas.microsoft.com/office/drawing/2014/main" id="{2B4BE9D1-B351-60E0-E201-556D54EC5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283" y="2650304"/>
            <a:ext cx="2265147" cy="1493017"/>
          </a:xfrm>
          <a:prstGeom prst="rect">
            <a:avLst/>
          </a:prstGeom>
        </p:spPr>
      </p:pic>
      <p:pic>
        <p:nvPicPr>
          <p:cNvPr id="6" name="Picture 5" descr="A screenshot of a social media account&#10;&#10;Description automatically generated">
            <a:extLst>
              <a:ext uri="{FF2B5EF4-FFF2-40B4-BE49-F238E27FC236}">
                <a16:creationId xmlns:a16="http://schemas.microsoft.com/office/drawing/2014/main" id="{B826066F-E827-4207-5361-EC8FD19EA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917" y="501710"/>
            <a:ext cx="2849016" cy="2006626"/>
          </a:xfrm>
          <a:prstGeom prst="rect">
            <a:avLst/>
          </a:prstGeom>
        </p:spPr>
      </p:pic>
      <p:pic>
        <p:nvPicPr>
          <p:cNvPr id="4" name="Espaço Reservado para Conteúdo 3" descr="Interface gráfica do usuário, Site&#10;&#10;Descrição gerada automaticamente">
            <a:extLst>
              <a:ext uri="{FF2B5EF4-FFF2-40B4-BE49-F238E27FC236}">
                <a16:creationId xmlns:a16="http://schemas.microsoft.com/office/drawing/2014/main" id="{1BC7D980-9D30-990A-5623-44928D2A04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086" y="498572"/>
            <a:ext cx="1540677" cy="3573966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ADE18668-5985-FA5E-0C25-8F4ECC83D5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6099" y="4237258"/>
            <a:ext cx="3056834" cy="2162709"/>
          </a:xfrm>
          <a:prstGeom prst="rect">
            <a:avLst/>
          </a:prstGeom>
        </p:spPr>
      </p:pic>
      <p:pic>
        <p:nvPicPr>
          <p:cNvPr id="9" name="Content Placeholder 8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25611CEB-7E3C-AEC4-E307-8036EC3773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581237" y="4158273"/>
            <a:ext cx="1906774" cy="2236422"/>
          </a:xfrm>
        </p:spPr>
      </p:pic>
    </p:spTree>
    <p:extLst>
      <p:ext uri="{BB962C8B-B14F-4D97-AF65-F5344CB8AC3E}">
        <p14:creationId xmlns:p14="http://schemas.microsoft.com/office/powerpoint/2010/main" val="2298123284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EC27341-4ABB-43EF-9E57-10A858F92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000"/>
          </a:xfrm>
          <a:prstGeom prst="rect">
            <a:avLst/>
          </a:prstGeom>
          <a:solidFill>
            <a:srgbClr val="243F57"/>
          </a:solidFill>
          <a:ln>
            <a:solidFill>
              <a:srgbClr val="243F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98C55-54CC-433B-905F-FB0B2D200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5953" y="484068"/>
            <a:ext cx="3414014" cy="588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E21906-D4D4-4F16-9228-3E004930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71968" y="485853"/>
            <a:ext cx="3575304" cy="5889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5BCC85-4C69-4CFB-A36A-6A489B87FF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08139" y="484069"/>
            <a:ext cx="3899229" cy="28642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2E88ACC8-E6F5-6B55-47CF-B565C5FE0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20" y="1026267"/>
            <a:ext cx="3174079" cy="481311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3A14BDAC-394B-4E9A-8ECE-61AA1A7C2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08139" y="3509152"/>
            <a:ext cx="3899229" cy="284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website&#10;&#10;Description automatically generated">
            <a:extLst>
              <a:ext uri="{FF2B5EF4-FFF2-40B4-BE49-F238E27FC236}">
                <a16:creationId xmlns:a16="http://schemas.microsoft.com/office/drawing/2014/main" id="{70F49FA9-51F4-711C-AAB6-D71C1A4E8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502" y="1030288"/>
            <a:ext cx="3462440" cy="4806925"/>
          </a:xfrm>
          <a:prstGeom prst="rect">
            <a:avLst/>
          </a:prstGeom>
        </p:spPr>
      </p:pic>
      <p:pic>
        <p:nvPicPr>
          <p:cNvPr id="5" name="Picture 4" descr="A screenshot of a phone&#10;&#10;Description automatically generated">
            <a:extLst>
              <a:ext uri="{FF2B5EF4-FFF2-40B4-BE49-F238E27FC236}">
                <a16:creationId xmlns:a16="http://schemas.microsoft.com/office/drawing/2014/main" id="{22758E0B-4F05-21ED-F01F-78B8DD80C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1744" y="579144"/>
            <a:ext cx="1211002" cy="2680838"/>
          </a:xfrm>
          <a:prstGeom prst="rect">
            <a:avLst/>
          </a:prstGeom>
        </p:spPr>
      </p:pic>
      <p:pic>
        <p:nvPicPr>
          <p:cNvPr id="6" name="Picture 5" descr="A screenshot of a phone&#10;&#10;Description automatically generated">
            <a:extLst>
              <a:ext uri="{FF2B5EF4-FFF2-40B4-BE49-F238E27FC236}">
                <a16:creationId xmlns:a16="http://schemas.microsoft.com/office/drawing/2014/main" id="{B1F66DCF-7863-A1AB-3D12-3315303B8F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7901" y="3627144"/>
            <a:ext cx="1206040" cy="260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092944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333CBE-B699-4E3B-9F45-C045F7734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EDEBB9-8437-4875-ABEA-0AEDE2C90D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287" y="0"/>
            <a:ext cx="12202287" cy="6858000"/>
          </a:xfrm>
          <a:prstGeom prst="rect">
            <a:avLst/>
          </a:prstGeom>
          <a:solidFill>
            <a:srgbClr val="243F57"/>
          </a:solidFill>
          <a:ln>
            <a:solidFill>
              <a:srgbClr val="243F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DEE9B0-5942-DB92-7F48-DF417446A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038" y="770467"/>
            <a:ext cx="374027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kern="1200" spc="-12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Resultados alcançados:</a:t>
            </a:r>
          </a:p>
        </p:txBody>
      </p:sp>
      <p:pic>
        <p:nvPicPr>
          <p:cNvPr id="5" name="Picture 4" descr="Três setas no centro do alvo">
            <a:extLst>
              <a:ext uri="{FF2B5EF4-FFF2-40B4-BE49-F238E27FC236}">
                <a16:creationId xmlns:a16="http://schemas.microsoft.com/office/drawing/2014/main" id="{2B6F1AB0-514A-FD05-81C7-E4D43C1321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8004" b="5"/>
          <a:stretch/>
        </p:blipFill>
        <p:spPr>
          <a:xfrm>
            <a:off x="-10287" y="10"/>
            <a:ext cx="755226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1667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333CBE-B699-4E3B-9F45-C045F7734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E50961-0F1B-484C-85BC-4BD16B9FF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655FB3-6296-6E5B-2689-55387288624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5000"/>
          </a:blip>
          <a:srcRect t="7400" r="-2" b="820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0BEC6A-89D2-3416-85AD-A1F965A82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8800" kern="1200" spc="-12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Muito obrigado!</a:t>
            </a:r>
          </a:p>
        </p:txBody>
      </p:sp>
    </p:spTree>
    <p:extLst>
      <p:ext uri="{BB962C8B-B14F-4D97-AF65-F5344CB8AC3E}">
        <p14:creationId xmlns:p14="http://schemas.microsoft.com/office/powerpoint/2010/main" val="19715489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Metropolitan</vt:lpstr>
      <vt:lpstr>PartyClub</vt:lpstr>
      <vt:lpstr>Participantes:</vt:lpstr>
      <vt:lpstr>Problema:</vt:lpstr>
      <vt:lpstr>PowerPoint Presentation</vt:lpstr>
      <vt:lpstr>Justificativa:</vt:lpstr>
      <vt:lpstr>Proposta de Solução:</vt:lpstr>
      <vt:lpstr> </vt:lpstr>
      <vt:lpstr>Público-Alvo</vt:lpstr>
      <vt:lpstr>Requisitos funcionais e não funcionais:</vt:lpstr>
      <vt:lpstr>Metodologia Kanban:</vt:lpstr>
      <vt:lpstr>Templates:</vt:lpstr>
      <vt:lpstr>PowerPoint Presentation</vt:lpstr>
      <vt:lpstr>Resultados alcançados:</vt:lpstr>
      <vt:lpstr>Muito 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lastModifiedBy/>
  <cp:revision>523</cp:revision>
  <dcterms:created xsi:type="dcterms:W3CDTF">2024-04-14T16:25:17Z</dcterms:created>
  <dcterms:modified xsi:type="dcterms:W3CDTF">2024-06-25T19:14:13Z</dcterms:modified>
</cp:coreProperties>
</file>